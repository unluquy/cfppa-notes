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8F6A"/>
    <a:srgbClr val="67775A"/>
    <a:srgbClr val="89B3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84B7CC-ED19-4541-B3BF-3AB76E61E03F}" v="292" dt="2025-11-19T10:18:03.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1E84B7CC-ED19-4541-B3BF-3AB76E61E03F}"/>
    <pc:docChg chg="modSld">
      <pc:chgData name="" userId="" providerId="" clId="Web-{1E84B7CC-ED19-4541-B3BF-3AB76E61E03F}" dt="2025-11-19T09:54:40.391" v="0"/>
      <pc:docMkLst>
        <pc:docMk/>
      </pc:docMkLst>
      <pc:sldChg chg="delSp">
        <pc:chgData name="" userId="" providerId="" clId="Web-{1E84B7CC-ED19-4541-B3BF-3AB76E61E03F}" dt="2025-11-19T09:54:40.391" v="0"/>
        <pc:sldMkLst>
          <pc:docMk/>
          <pc:sldMk cId="109857222" sldId="256"/>
        </pc:sldMkLst>
        <pc:spChg chg="del">
          <ac:chgData name="" userId="" providerId="" clId="Web-{1E84B7CC-ED19-4541-B3BF-3AB76E61E03F}" dt="2025-11-19T09:54:40.391" v="0"/>
          <ac:spMkLst>
            <pc:docMk/>
            <pc:sldMk cId="109857222" sldId="256"/>
            <ac:spMk id="2" creationId="{00000000-0000-0000-0000-000000000000}"/>
          </ac:spMkLst>
        </pc:spChg>
      </pc:sldChg>
    </pc:docChg>
  </pc:docChgLst>
  <pc:docChgLst>
    <pc:chgData name="Nathan Gorecki" userId="5e698d2568bdfc36" providerId="Windows Live" clId="Web-{1E84B7CC-ED19-4541-B3BF-3AB76E61E03F}"/>
    <pc:docChg chg="addSld delSld modSld">
      <pc:chgData name="Nathan Gorecki" userId="5e698d2568bdfc36" providerId="Windows Live" clId="Web-{1E84B7CC-ED19-4541-B3BF-3AB76E61E03F}" dt="2025-11-19T10:18:03.099" v="213" actId="14100"/>
      <pc:docMkLst>
        <pc:docMk/>
      </pc:docMkLst>
      <pc:sldChg chg="addSp delSp modSp mod setBg">
        <pc:chgData name="Nathan Gorecki" userId="5e698d2568bdfc36" providerId="Windows Live" clId="Web-{1E84B7CC-ED19-4541-B3BF-3AB76E61E03F}" dt="2025-11-19T09:58:21.305" v="35" actId="1076"/>
        <pc:sldMkLst>
          <pc:docMk/>
          <pc:sldMk cId="109857222" sldId="256"/>
        </pc:sldMkLst>
        <pc:spChg chg="del">
          <ac:chgData name="Nathan Gorecki" userId="5e698d2568bdfc36" providerId="Windows Live" clId="Web-{1E84B7CC-ED19-4541-B3BF-3AB76E61E03F}" dt="2025-11-19T09:54:57.391" v="0"/>
          <ac:spMkLst>
            <pc:docMk/>
            <pc:sldMk cId="109857222" sldId="256"/>
            <ac:spMk id="3" creationId="{00000000-0000-0000-0000-000000000000}"/>
          </ac:spMkLst>
        </pc:spChg>
        <pc:spChg chg="add mod">
          <ac:chgData name="Nathan Gorecki" userId="5e698d2568bdfc36" providerId="Windows Live" clId="Web-{1E84B7CC-ED19-4541-B3BF-3AB76E61E03F}" dt="2025-11-19T09:58:21.305" v="35" actId="1076"/>
          <ac:spMkLst>
            <pc:docMk/>
            <pc:sldMk cId="109857222" sldId="256"/>
            <ac:spMk id="5" creationId="{35FD72A2-563D-A807-8099-3992F4FFCE07}"/>
          </ac:spMkLst>
        </pc:spChg>
        <pc:picChg chg="add del mod">
          <ac:chgData name="Nathan Gorecki" userId="5e698d2568bdfc36" providerId="Windows Live" clId="Web-{1E84B7CC-ED19-4541-B3BF-3AB76E61E03F}" dt="2025-11-19T09:56:35.114" v="8"/>
          <ac:picMkLst>
            <pc:docMk/>
            <pc:sldMk cId="109857222" sldId="256"/>
            <ac:picMk id="4" creationId="{F6D6F86E-5C4B-4666-C883-3C0990EFF523}"/>
          </ac:picMkLst>
        </pc:picChg>
      </pc:sldChg>
      <pc:sldChg chg="addSp delSp modSp new mod setBg">
        <pc:chgData name="Nathan Gorecki" userId="5e698d2568bdfc36" providerId="Windows Live" clId="Web-{1E84B7CC-ED19-4541-B3BF-3AB76E61E03F}" dt="2025-11-19T10:15:36.393" v="165" actId="14100"/>
        <pc:sldMkLst>
          <pc:docMk/>
          <pc:sldMk cId="2627061009" sldId="257"/>
        </pc:sldMkLst>
        <pc:spChg chg="del">
          <ac:chgData name="Nathan Gorecki" userId="5e698d2568bdfc36" providerId="Windows Live" clId="Web-{1E84B7CC-ED19-4541-B3BF-3AB76E61E03F}" dt="2025-11-19T10:00:33.511" v="38"/>
          <ac:spMkLst>
            <pc:docMk/>
            <pc:sldMk cId="2627061009" sldId="257"/>
            <ac:spMk id="2" creationId="{E0D27746-0125-FAD8-2230-8DB49C2D16CA}"/>
          </ac:spMkLst>
        </pc:spChg>
        <pc:spChg chg="del mod">
          <ac:chgData name="Nathan Gorecki" userId="5e698d2568bdfc36" providerId="Windows Live" clId="Web-{1E84B7CC-ED19-4541-B3BF-3AB76E61E03F}" dt="2025-11-19T10:00:42.714" v="40"/>
          <ac:spMkLst>
            <pc:docMk/>
            <pc:sldMk cId="2627061009" sldId="257"/>
            <ac:spMk id="3" creationId="{868DDB22-3025-740A-8531-4B63D0AA4572}"/>
          </ac:spMkLst>
        </pc:spChg>
        <pc:spChg chg="add mod">
          <ac:chgData name="Nathan Gorecki" userId="5e698d2568bdfc36" providerId="Windows Live" clId="Web-{1E84B7CC-ED19-4541-B3BF-3AB76E61E03F}" dt="2025-11-19T10:06:50.172" v="81" actId="1076"/>
          <ac:spMkLst>
            <pc:docMk/>
            <pc:sldMk cId="2627061009" sldId="257"/>
            <ac:spMk id="4" creationId="{36E0AA6B-4636-197C-5D0A-94F21D2E7984}"/>
          </ac:spMkLst>
        </pc:spChg>
        <pc:spChg chg="add mod">
          <ac:chgData name="Nathan Gorecki" userId="5e698d2568bdfc36" providerId="Windows Live" clId="Web-{1E84B7CC-ED19-4541-B3BF-3AB76E61E03F}" dt="2025-11-19T10:10:40.553" v="121" actId="20577"/>
          <ac:spMkLst>
            <pc:docMk/>
            <pc:sldMk cId="2627061009" sldId="257"/>
            <ac:spMk id="5" creationId="{8828A295-730D-9EB4-0643-6824E18F1138}"/>
          </ac:spMkLst>
        </pc:spChg>
        <pc:picChg chg="add del mod">
          <ac:chgData name="Nathan Gorecki" userId="5e698d2568bdfc36" providerId="Windows Live" clId="Web-{1E84B7CC-ED19-4541-B3BF-3AB76E61E03F}" dt="2025-11-19T10:12:48.028" v="139"/>
          <ac:picMkLst>
            <pc:docMk/>
            <pc:sldMk cId="2627061009" sldId="257"/>
            <ac:picMk id="6" creationId="{706FBBB5-7686-9190-817A-A3765C274A3C}"/>
          </ac:picMkLst>
        </pc:picChg>
        <pc:picChg chg="add mod">
          <ac:chgData name="Nathan Gorecki" userId="5e698d2568bdfc36" providerId="Windows Live" clId="Web-{1E84B7CC-ED19-4541-B3BF-3AB76E61E03F}" dt="2025-11-19T10:15:36.393" v="165" actId="14100"/>
          <ac:picMkLst>
            <pc:docMk/>
            <pc:sldMk cId="2627061009" sldId="257"/>
            <ac:picMk id="7" creationId="{87496025-50D8-DF36-4DF7-6588FBA6C5F3}"/>
          </ac:picMkLst>
        </pc:picChg>
      </pc:sldChg>
      <pc:sldChg chg="new del mod setBg">
        <pc:chgData name="Nathan Gorecki" userId="5e698d2568bdfc36" providerId="Windows Live" clId="Web-{1E84B7CC-ED19-4541-B3BF-3AB76E61E03F}" dt="2025-11-19T10:00:57.027" v="46"/>
        <pc:sldMkLst>
          <pc:docMk/>
          <pc:sldMk cId="988502898" sldId="258"/>
        </pc:sldMkLst>
      </pc:sldChg>
      <pc:sldChg chg="addSp delSp modSp add mod replId setBg">
        <pc:chgData name="Nathan Gorecki" userId="5e698d2568bdfc36" providerId="Windows Live" clId="Web-{1E84B7CC-ED19-4541-B3BF-3AB76E61E03F}" dt="2025-11-19T10:15:26.533" v="163" actId="14100"/>
        <pc:sldMkLst>
          <pc:docMk/>
          <pc:sldMk cId="4150988999" sldId="258"/>
        </pc:sldMkLst>
        <pc:spChg chg="add mod">
          <ac:chgData name="Nathan Gorecki" userId="5e698d2568bdfc36" providerId="Windows Live" clId="Web-{1E84B7CC-ED19-4541-B3BF-3AB76E61E03F}" dt="2025-11-19T10:12:40.137" v="138" actId="1076"/>
          <ac:spMkLst>
            <pc:docMk/>
            <pc:sldMk cId="4150988999" sldId="258"/>
            <ac:spMk id="2" creationId="{98D1933C-3430-8EDB-7F97-18CAF080124A}"/>
          </ac:spMkLst>
        </pc:spChg>
        <pc:spChg chg="add">
          <ac:chgData name="Nathan Gorecki" userId="5e698d2568bdfc36" providerId="Windows Live" clId="Web-{1E84B7CC-ED19-4541-B3BF-3AB76E61E03F}" dt="2025-11-19T10:14:02.093" v="147"/>
          <ac:spMkLst>
            <pc:docMk/>
            <pc:sldMk cId="4150988999" sldId="258"/>
            <ac:spMk id="6" creationId="{A1C04E04-6920-11B6-3A14-14D9C5C11926}"/>
          </ac:spMkLst>
        </pc:spChg>
        <pc:spChg chg="add del mod">
          <ac:chgData name="Nathan Gorecki" userId="5e698d2568bdfc36" providerId="Windows Live" clId="Web-{1E84B7CC-ED19-4541-B3BF-3AB76E61E03F}" dt="2025-11-19T10:15:13.627" v="160"/>
          <ac:spMkLst>
            <pc:docMk/>
            <pc:sldMk cId="4150988999" sldId="258"/>
            <ac:spMk id="7" creationId="{1945D04D-DEB9-2164-4B22-88002DA55BBA}"/>
          </ac:spMkLst>
        </pc:spChg>
        <pc:spChg chg="add del">
          <ac:chgData name="Nathan Gorecki" userId="5e698d2568bdfc36" providerId="Windows Live" clId="Web-{1E84B7CC-ED19-4541-B3BF-3AB76E61E03F}" dt="2025-11-19T10:14:14.750" v="153"/>
          <ac:spMkLst>
            <pc:docMk/>
            <pc:sldMk cId="4150988999" sldId="258"/>
            <ac:spMk id="8" creationId="{06D063D5-D34B-759F-AAB9-0326263F4830}"/>
          </ac:spMkLst>
        </pc:spChg>
        <pc:spChg chg="add mod">
          <ac:chgData name="Nathan Gorecki" userId="5e698d2568bdfc36" providerId="Windows Live" clId="Web-{1E84B7CC-ED19-4541-B3BF-3AB76E61E03F}" dt="2025-11-19T10:15:26.533" v="163" actId="14100"/>
          <ac:spMkLst>
            <pc:docMk/>
            <pc:sldMk cId="4150988999" sldId="258"/>
            <ac:spMk id="11" creationId="{4E4096D3-BF9A-110C-2955-4B2034B4395D}"/>
          </ac:spMkLst>
        </pc:spChg>
        <pc:picChg chg="add del mod">
          <ac:chgData name="Nathan Gorecki" userId="5e698d2568bdfc36" providerId="Windows Live" clId="Web-{1E84B7CC-ED19-4541-B3BF-3AB76E61E03F}" dt="2025-11-19T10:13:07.248" v="142"/>
          <ac:picMkLst>
            <pc:docMk/>
            <pc:sldMk cId="4150988999" sldId="258"/>
            <ac:picMk id="4" creationId="{4EA76934-7B72-1791-82A5-5A3ACE0EDE47}"/>
          </ac:picMkLst>
        </pc:picChg>
        <pc:picChg chg="add mod">
          <ac:chgData name="Nathan Gorecki" userId="5e698d2568bdfc36" providerId="Windows Live" clId="Web-{1E84B7CC-ED19-4541-B3BF-3AB76E61E03F}" dt="2025-11-19T10:13:31.342" v="146" actId="1076"/>
          <ac:picMkLst>
            <pc:docMk/>
            <pc:sldMk cId="4150988999" sldId="258"/>
            <ac:picMk id="5" creationId="{52892D33-938B-3DC5-A7B2-6C0892E639D8}"/>
          </ac:picMkLst>
        </pc:picChg>
        <pc:picChg chg="add del mod">
          <ac:chgData name="Nathan Gorecki" userId="5e698d2568bdfc36" providerId="Windows Live" clId="Web-{1E84B7CC-ED19-4541-B3BF-3AB76E61E03F}" dt="2025-11-19T10:15:07.470" v="158"/>
          <ac:picMkLst>
            <pc:docMk/>
            <pc:sldMk cId="4150988999" sldId="258"/>
            <ac:picMk id="9" creationId="{E068A664-0907-2AC1-5DA0-4CD39D0FED03}"/>
          </ac:picMkLst>
        </pc:picChg>
      </pc:sldChg>
      <pc:sldChg chg="addSp delSp modSp add mod replId setBg">
        <pc:chgData name="Nathan Gorecki" userId="5e698d2568bdfc36" providerId="Windows Live" clId="Web-{1E84B7CC-ED19-4541-B3BF-3AB76E61E03F}" dt="2025-11-19T10:18:03.099" v="213" actId="14100"/>
        <pc:sldMkLst>
          <pc:docMk/>
          <pc:sldMk cId="201118545" sldId="259"/>
        </pc:sldMkLst>
        <pc:spChg chg="add del mod">
          <ac:chgData name="Nathan Gorecki" userId="5e698d2568bdfc36" providerId="Windows Live" clId="Web-{1E84B7CC-ED19-4541-B3BF-3AB76E61E03F}" dt="2025-11-19T10:15:54.940" v="169"/>
          <ac:spMkLst>
            <pc:docMk/>
            <pc:sldMk cId="201118545" sldId="259"/>
            <ac:spMk id="2" creationId="{2A730F42-72A6-A606-8198-F404401C3E2C}"/>
          </ac:spMkLst>
        </pc:spChg>
        <pc:spChg chg="add mod">
          <ac:chgData name="Nathan Gorecki" userId="5e698d2568bdfc36" providerId="Windows Live" clId="Web-{1E84B7CC-ED19-4541-B3BF-3AB76E61E03F}" dt="2025-11-19T10:16:23.675" v="189" actId="20577"/>
          <ac:spMkLst>
            <pc:docMk/>
            <pc:sldMk cId="201118545" sldId="259"/>
            <ac:spMk id="4" creationId="{4027FC7D-F5C8-44D9-ECD2-822F8BE44349}"/>
          </ac:spMkLst>
        </pc:spChg>
        <pc:spChg chg="add mod">
          <ac:chgData name="Nathan Gorecki" userId="5e698d2568bdfc36" providerId="Windows Live" clId="Web-{1E84B7CC-ED19-4541-B3BF-3AB76E61E03F}" dt="2025-11-19T10:17:59.458" v="211" actId="1076"/>
          <ac:spMkLst>
            <pc:docMk/>
            <pc:sldMk cId="201118545" sldId="259"/>
            <ac:spMk id="5" creationId="{84D34C67-D100-36E6-DC8A-709F1D4C813A}"/>
          </ac:spMkLst>
        </pc:spChg>
        <pc:picChg chg="add mod">
          <ac:chgData name="Nathan Gorecki" userId="5e698d2568bdfc36" providerId="Windows Live" clId="Web-{1E84B7CC-ED19-4541-B3BF-3AB76E61E03F}" dt="2025-11-19T10:17:56.333" v="210" actId="1076"/>
          <ac:picMkLst>
            <pc:docMk/>
            <pc:sldMk cId="201118545" sldId="259"/>
            <ac:picMk id="6" creationId="{568967E4-BE30-644C-4824-A123EA07F359}"/>
          </ac:picMkLst>
        </pc:picChg>
        <pc:picChg chg="add mod">
          <ac:chgData name="Nathan Gorecki" userId="5e698d2568bdfc36" providerId="Windows Live" clId="Web-{1E84B7CC-ED19-4541-B3BF-3AB76E61E03F}" dt="2025-11-19T10:18:03.099" v="213" actId="14100"/>
          <ac:picMkLst>
            <pc:docMk/>
            <pc:sldMk cId="201118545" sldId="259"/>
            <ac:picMk id="7" creationId="{E9930B1D-592D-CEA2-D399-C22E2DC91D45}"/>
          </ac:picMkLst>
        </pc:picChg>
      </pc:sldChg>
      <pc:sldChg chg="new del mod setBg">
        <pc:chgData name="Nathan Gorecki" userId="5e698d2568bdfc36" providerId="Windows Live" clId="Web-{1E84B7CC-ED19-4541-B3BF-3AB76E61E03F}" dt="2025-11-19T10:00:55.277" v="45"/>
        <pc:sldMkLst>
          <pc:docMk/>
          <pc:sldMk cId="629898831" sldId="259"/>
        </pc:sldMkLst>
      </pc:sldChg>
      <pc:sldChg chg="addSp delSp modSp add mod replId setBg">
        <pc:chgData name="Nathan Gorecki" userId="5e698d2568bdfc36" providerId="Windows Live" clId="Web-{1E84B7CC-ED19-4541-B3BF-3AB76E61E03F}" dt="2025-11-19T10:08:35.751" v="105" actId="20577"/>
        <pc:sldMkLst>
          <pc:docMk/>
          <pc:sldMk cId="721368208" sldId="260"/>
        </pc:sldMkLst>
        <pc:spChg chg="add mod">
          <ac:chgData name="Nathan Gorecki" userId="5e698d2568bdfc36" providerId="Windows Live" clId="Web-{1E84B7CC-ED19-4541-B3BF-3AB76E61E03F}" dt="2025-11-19T10:03:56.373" v="69" actId="1076"/>
          <ac:spMkLst>
            <pc:docMk/>
            <pc:sldMk cId="721368208" sldId="260"/>
            <ac:spMk id="2" creationId="{90A2F6B1-EAF3-47B4-3A81-3566C896C204}"/>
          </ac:spMkLst>
        </pc:spChg>
        <pc:spChg chg="add mod">
          <ac:chgData name="Nathan Gorecki" userId="5e698d2568bdfc36" providerId="Windows Live" clId="Web-{1E84B7CC-ED19-4541-B3BF-3AB76E61E03F}" dt="2025-11-19T10:08:35.751" v="105" actId="20577"/>
          <ac:spMkLst>
            <pc:docMk/>
            <pc:sldMk cId="721368208" sldId="260"/>
            <ac:spMk id="4" creationId="{F448B94F-57B9-3298-3326-3066810E6185}"/>
          </ac:spMkLst>
        </pc:spChg>
        <pc:picChg chg="add del mod">
          <ac:chgData name="Nathan Gorecki" userId="5e698d2568bdfc36" providerId="Windows Live" clId="Web-{1E84B7CC-ED19-4541-B3BF-3AB76E61E03F}" dt="2025-11-19T10:03:58.389" v="70" actId="1076"/>
          <ac:picMkLst>
            <pc:docMk/>
            <pc:sldMk cId="721368208" sldId="260"/>
            <ac:picMk id="3" creationId="{7A4BDA40-F074-68B4-762B-FAF82021E56B}"/>
          </ac:picMkLst>
        </pc:picChg>
      </pc:sldChg>
      <pc:sldChg chg="new del mod setBg">
        <pc:chgData name="Nathan Gorecki" userId="5e698d2568bdfc36" providerId="Windows Live" clId="Web-{1E84B7CC-ED19-4541-B3BF-3AB76E61E03F}" dt="2025-11-19T10:00:53.621" v="44"/>
        <pc:sldMkLst>
          <pc:docMk/>
          <pc:sldMk cId="3939263809" sldId="26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19/11/2025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19/11/2025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19/11/2025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19/11/2025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t="-10000" b="-10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FD72A2-563D-A807-8099-3992F4FFCE07}"/>
              </a:ext>
            </a:extLst>
          </p:cNvPr>
          <p:cNvSpPr txBox="1"/>
          <p:nvPr/>
        </p:nvSpPr>
        <p:spPr>
          <a:xfrm>
            <a:off x="2932300" y="401341"/>
            <a:ext cx="866467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800" dirty="0">
                <a:solidFill>
                  <a:schemeClr val="bg1"/>
                </a:solidFill>
                <a:latin typeface="Calibri"/>
                <a:ea typeface="Calibri"/>
                <a:cs typeface="Calibri"/>
              </a:rPr>
              <a:t>Les </a:t>
            </a:r>
            <a:r>
              <a:rPr lang="en-GB" sz="4800" err="1">
                <a:solidFill>
                  <a:schemeClr val="bg1"/>
                </a:solidFill>
                <a:latin typeface="Calibri"/>
                <a:ea typeface="Calibri"/>
                <a:cs typeface="Calibri"/>
              </a:rPr>
              <a:t>attraits</a:t>
            </a:r>
            <a:r>
              <a:rPr lang="en-GB" sz="4800" dirty="0">
                <a:solidFill>
                  <a:schemeClr val="bg1"/>
                </a:solidFill>
                <a:latin typeface="Calibri"/>
                <a:ea typeface="Calibri"/>
                <a:cs typeface="Calibri"/>
              </a:rPr>
              <a:t> de la </a:t>
            </a:r>
            <a:r>
              <a:rPr lang="en-GB" sz="4800" err="1">
                <a:solidFill>
                  <a:schemeClr val="bg1"/>
                </a:solidFill>
                <a:latin typeface="Calibri"/>
                <a:ea typeface="Calibri"/>
                <a:cs typeface="Calibri"/>
              </a:rPr>
              <a:t>ville</a:t>
            </a:r>
            <a:r>
              <a:rPr lang="en-GB" sz="4800" dirty="0">
                <a:solidFill>
                  <a:schemeClr val="bg1"/>
                </a:solidFill>
                <a:latin typeface="Calibri"/>
                <a:ea typeface="Calibri"/>
                <a:cs typeface="Calibri"/>
              </a:rPr>
              <a:t> de Nantes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98F6A"/>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E0AA6B-4636-197C-5D0A-94F21D2E7984}"/>
              </a:ext>
            </a:extLst>
          </p:cNvPr>
          <p:cNvSpPr txBox="1"/>
          <p:nvPr/>
        </p:nvSpPr>
        <p:spPr>
          <a:xfrm>
            <a:off x="735724" y="3192517"/>
            <a:ext cx="60960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dirty="0">
                <a:solidFill>
                  <a:srgbClr val="333333"/>
                </a:solidFill>
                <a:latin typeface="Times New Roman"/>
                <a:ea typeface="Times New Roman"/>
              </a:rPr>
              <a:t>L’histoire de Nantes, qui remonte à l'époque gallo-romaine, a été marquée par l'édification à partir de 1466 d’un château dont les remparts austères cachent un somptueux palais de calcaire blanc. À proximité du Château des Ducs de Bretagne, le </a:t>
            </a:r>
            <a:r>
              <a:rPr lang="fr-FR" sz="1600" b="1" dirty="0">
                <a:solidFill>
                  <a:srgbClr val="333333"/>
                </a:solidFill>
                <a:latin typeface="Times New Roman"/>
                <a:ea typeface="Times New Roman"/>
              </a:rPr>
              <a:t>quartier médiéval du Bouffay</a:t>
            </a:r>
            <a:r>
              <a:rPr lang="fr-FR" sz="1600" dirty="0">
                <a:solidFill>
                  <a:srgbClr val="333333"/>
                </a:solidFill>
                <a:latin typeface="Times New Roman"/>
                <a:ea typeface="Times New Roman"/>
              </a:rPr>
              <a:t> offre aux regards des façades à pans de bois, colombages et encorbellements, dont certaines datent du XVème siècle, tandis que la cathédrale de style gothique renferme le tombeau des parents d'Anne de Bretagne. Le XVIIIème siècle fut l’âge d'or de la ville, qui était alors le premier port de commerce colonial. Du XIXème siècle, la cité nantaise a notamment conservé le magnifique </a:t>
            </a:r>
            <a:r>
              <a:rPr lang="fr-FR" sz="1600" b="1" dirty="0">
                <a:solidFill>
                  <a:srgbClr val="333333"/>
                </a:solidFill>
                <a:latin typeface="Times New Roman"/>
                <a:ea typeface="Times New Roman"/>
              </a:rPr>
              <a:t>passage Pommeraye</a:t>
            </a:r>
            <a:r>
              <a:rPr lang="fr-FR" sz="1600" dirty="0">
                <a:solidFill>
                  <a:srgbClr val="333333"/>
                </a:solidFill>
                <a:latin typeface="Times New Roman"/>
                <a:ea typeface="Times New Roman"/>
              </a:rPr>
              <a:t> de style néoclassique et </a:t>
            </a:r>
            <a:r>
              <a:rPr lang="fr-FR" sz="1600" b="1" dirty="0">
                <a:solidFill>
                  <a:srgbClr val="333333"/>
                </a:solidFill>
                <a:latin typeface="Times New Roman"/>
                <a:ea typeface="Times New Roman"/>
              </a:rPr>
              <a:t>La Cigale</a:t>
            </a:r>
            <a:r>
              <a:rPr lang="fr-FR" sz="1600" dirty="0">
                <a:solidFill>
                  <a:srgbClr val="333333"/>
                </a:solidFill>
                <a:latin typeface="Times New Roman"/>
                <a:ea typeface="Times New Roman"/>
              </a:rPr>
              <a:t>, très belle brasserie de style 1900, tandis que la </a:t>
            </a:r>
            <a:r>
              <a:rPr lang="fr-FR" sz="1600" b="1" dirty="0">
                <a:solidFill>
                  <a:srgbClr val="333333"/>
                </a:solidFill>
                <a:latin typeface="Times New Roman"/>
                <a:ea typeface="Times New Roman"/>
              </a:rPr>
              <a:t>tour LU</a:t>
            </a:r>
            <a:r>
              <a:rPr lang="fr-FR" sz="1600" dirty="0">
                <a:solidFill>
                  <a:srgbClr val="333333"/>
                </a:solidFill>
                <a:latin typeface="Times New Roman"/>
                <a:ea typeface="Times New Roman"/>
              </a:rPr>
              <a:t> témoigne du dynamisme industriel de la ville.</a:t>
            </a:r>
            <a:endParaRPr lang="fr-FR" sz="1600" dirty="0">
              <a:solidFill>
                <a:srgbClr val="333333"/>
              </a:solidFill>
              <a:latin typeface="Times New Roman"/>
              <a:ea typeface="Times New Roman"/>
              <a:cs typeface="Times New Roman"/>
            </a:endParaRPr>
          </a:p>
          <a:p>
            <a:pPr algn="ctr"/>
            <a:endParaRPr lang="en-GB" sz="2400" dirty="0"/>
          </a:p>
        </p:txBody>
      </p:sp>
      <p:sp>
        <p:nvSpPr>
          <p:cNvPr id="5" name="TextBox 4">
            <a:extLst>
              <a:ext uri="{FF2B5EF4-FFF2-40B4-BE49-F238E27FC236}">
                <a16:creationId xmlns:a16="http://schemas.microsoft.com/office/drawing/2014/main" id="{8828A295-730D-9EB4-0643-6824E18F1138}"/>
              </a:ext>
            </a:extLst>
          </p:cNvPr>
          <p:cNvSpPr txBox="1"/>
          <p:nvPr/>
        </p:nvSpPr>
        <p:spPr>
          <a:xfrm>
            <a:off x="3783725" y="328448"/>
            <a:ext cx="805355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4800" b="1" u="sng" dirty="0">
                <a:latin typeface="Calibri"/>
                <a:ea typeface="Times New Roman"/>
                <a:cs typeface="Calibri"/>
              </a:rPr>
              <a:t>Un riche héritage historique</a:t>
            </a:r>
          </a:p>
          <a:p>
            <a:pPr algn="ctr"/>
            <a:endParaRPr lang="en-GB" sz="4800" u="sng" dirty="0">
              <a:latin typeface="Calibri"/>
              <a:ea typeface="Calibri"/>
              <a:cs typeface="Calibri"/>
            </a:endParaRPr>
          </a:p>
        </p:txBody>
      </p:sp>
      <p:pic>
        <p:nvPicPr>
          <p:cNvPr id="7" name="Picture 6" descr="A low angle view of a tall building&#10;&#10;AI-generated content may be incorrect.">
            <a:extLst>
              <a:ext uri="{FF2B5EF4-FFF2-40B4-BE49-F238E27FC236}">
                <a16:creationId xmlns:a16="http://schemas.microsoft.com/office/drawing/2014/main" id="{87496025-50D8-DF36-4DF7-6588FBA6C5F3}"/>
              </a:ext>
            </a:extLst>
          </p:cNvPr>
          <p:cNvPicPr>
            <a:picLocks noChangeAspect="1"/>
          </p:cNvPicPr>
          <p:nvPr/>
        </p:nvPicPr>
        <p:blipFill>
          <a:blip r:embed="rId2"/>
          <a:stretch>
            <a:fillRect/>
          </a:stretch>
        </p:blipFill>
        <p:spPr>
          <a:xfrm>
            <a:off x="7497368" y="1880543"/>
            <a:ext cx="3156238" cy="4170533"/>
          </a:xfrm>
          <a:prstGeom prst="rect">
            <a:avLst/>
          </a:prstGeom>
        </p:spPr>
      </p:pic>
    </p:spTree>
    <p:extLst>
      <p:ext uri="{BB962C8B-B14F-4D97-AF65-F5344CB8AC3E}">
        <p14:creationId xmlns:p14="http://schemas.microsoft.com/office/powerpoint/2010/main" val="2627061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98F6A"/>
        </a:solidFill>
        <a:effectLst/>
      </p:bgPr>
    </p:bg>
    <p:spTree>
      <p:nvGrpSpPr>
        <p:cNvPr id="1" name="">
          <a:extLst>
            <a:ext uri="{FF2B5EF4-FFF2-40B4-BE49-F238E27FC236}">
              <a16:creationId xmlns:a16="http://schemas.microsoft.com/office/drawing/2014/main" id="{D43D4F6E-446C-732B-B014-EC5FD05E0D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D1933C-3430-8EDB-7F97-18CAF080124A}"/>
              </a:ext>
            </a:extLst>
          </p:cNvPr>
          <p:cNvSpPr txBox="1"/>
          <p:nvPr/>
        </p:nvSpPr>
        <p:spPr>
          <a:xfrm>
            <a:off x="4972707" y="617483"/>
            <a:ext cx="609600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dirty="0">
                <a:solidFill>
                  <a:srgbClr val="333333"/>
                </a:solidFill>
                <a:latin typeface="Times New Roman"/>
                <a:ea typeface="Times New Roman"/>
              </a:rPr>
              <a:t>Le patrimoine culturel de Nantes lui a valu le label de </a:t>
            </a:r>
            <a:r>
              <a:rPr lang="fr-FR" sz="1600" b="1" dirty="0">
                <a:solidFill>
                  <a:srgbClr val="333333"/>
                </a:solidFill>
                <a:latin typeface="Times New Roman"/>
                <a:ea typeface="Times New Roman"/>
              </a:rPr>
              <a:t>ville d'art et d'histoire</a:t>
            </a:r>
            <a:r>
              <a:rPr lang="fr-FR" sz="1600" dirty="0">
                <a:solidFill>
                  <a:srgbClr val="333333"/>
                </a:solidFill>
                <a:latin typeface="Times New Roman"/>
                <a:ea typeface="Times New Roman"/>
              </a:rPr>
              <a:t>. Les principaux monuments nantais sont le Château, la </a:t>
            </a:r>
            <a:r>
              <a:rPr lang="fr-FR" sz="1600" b="1" dirty="0">
                <a:solidFill>
                  <a:srgbClr val="333333"/>
                </a:solidFill>
                <a:latin typeface="Times New Roman"/>
                <a:ea typeface="Times New Roman"/>
              </a:rPr>
              <a:t>Cathédrale Saint-Pierre</a:t>
            </a:r>
            <a:r>
              <a:rPr lang="fr-FR" sz="1600" dirty="0">
                <a:solidFill>
                  <a:srgbClr val="333333"/>
                </a:solidFill>
                <a:latin typeface="Times New Roman"/>
                <a:ea typeface="Times New Roman"/>
              </a:rPr>
              <a:t>, la Place Graslin (où se trouve la brasserie La Cigale) et la Fontaine de la place Royale. L’</a:t>
            </a:r>
            <a:r>
              <a:rPr lang="fr-FR" sz="1600" b="1" dirty="0">
                <a:solidFill>
                  <a:srgbClr val="333333"/>
                </a:solidFill>
                <a:latin typeface="Times New Roman"/>
                <a:ea typeface="Times New Roman"/>
              </a:rPr>
              <a:t>église Saint-Nicolas</a:t>
            </a:r>
            <a:r>
              <a:rPr lang="fr-FR" sz="1600" dirty="0">
                <a:solidFill>
                  <a:srgbClr val="333333"/>
                </a:solidFill>
                <a:latin typeface="Times New Roman"/>
                <a:ea typeface="Times New Roman"/>
              </a:rPr>
              <a:t> est quant à elle classée monument historique, car elle fut le premier projet néo-gothique de France. Autre lieu incontournable, la </a:t>
            </a:r>
            <a:r>
              <a:rPr lang="fr-FR" sz="1600" b="1" dirty="0">
                <a:solidFill>
                  <a:srgbClr val="333333"/>
                </a:solidFill>
                <a:latin typeface="Times New Roman"/>
                <a:ea typeface="Times New Roman"/>
              </a:rPr>
              <a:t>rue Crébillon</a:t>
            </a:r>
            <a:r>
              <a:rPr lang="fr-FR" sz="1600" dirty="0">
                <a:solidFill>
                  <a:srgbClr val="333333"/>
                </a:solidFill>
                <a:latin typeface="Times New Roman"/>
                <a:ea typeface="Times New Roman"/>
              </a:rPr>
              <a:t> est l'artère commerçante la plus chic de la ville et donne sur le célèbre Passage Pommeraye (galerie marchande du XIXème siècle proposant des boutiques élégantes et originales).</a:t>
            </a:r>
            <a:endParaRPr lang="fr-FR" sz="1600">
              <a:solidFill>
                <a:srgbClr val="333333"/>
              </a:solidFill>
              <a:latin typeface="Times New Roman"/>
              <a:ea typeface="Times New Roman"/>
              <a:cs typeface="Times New Roman"/>
            </a:endParaRPr>
          </a:p>
          <a:p>
            <a:pPr algn="ctr"/>
            <a:endParaRPr lang="en-GB" sz="2400" dirty="0"/>
          </a:p>
        </p:txBody>
      </p:sp>
      <p:pic>
        <p:nvPicPr>
          <p:cNvPr id="5" name="Picture 4" descr="A large white building with arched windows with Nantes Cathedral in the background&#10;&#10;AI-generated content may be incorrect.">
            <a:extLst>
              <a:ext uri="{FF2B5EF4-FFF2-40B4-BE49-F238E27FC236}">
                <a16:creationId xmlns:a16="http://schemas.microsoft.com/office/drawing/2014/main" id="{52892D33-938B-3DC5-A7B2-6C0892E639D8}"/>
              </a:ext>
            </a:extLst>
          </p:cNvPr>
          <p:cNvPicPr>
            <a:picLocks noChangeAspect="1"/>
          </p:cNvPicPr>
          <p:nvPr/>
        </p:nvPicPr>
        <p:blipFill>
          <a:blip r:embed="rId2"/>
          <a:stretch>
            <a:fillRect/>
          </a:stretch>
        </p:blipFill>
        <p:spPr>
          <a:xfrm>
            <a:off x="853153" y="2979123"/>
            <a:ext cx="4119306" cy="3079237"/>
          </a:xfrm>
          <a:prstGeom prst="rect">
            <a:avLst/>
          </a:prstGeom>
        </p:spPr>
      </p:pic>
      <p:sp>
        <p:nvSpPr>
          <p:cNvPr id="6" name="TextBox 5">
            <a:extLst>
              <a:ext uri="{FF2B5EF4-FFF2-40B4-BE49-F238E27FC236}">
                <a16:creationId xmlns:a16="http://schemas.microsoft.com/office/drawing/2014/main" id="{A1C04E04-6920-11B6-3A14-14D9C5C11926}"/>
              </a:ext>
            </a:extLst>
          </p:cNvPr>
          <p:cNvSpPr txBox="1"/>
          <p:nvPr/>
        </p:nvSpPr>
        <p:spPr>
          <a:xfrm>
            <a:off x="6022258" y="3859161"/>
            <a:ext cx="1523999" cy="7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11" name="TextBox 10">
            <a:extLst>
              <a:ext uri="{FF2B5EF4-FFF2-40B4-BE49-F238E27FC236}">
                <a16:creationId xmlns:a16="http://schemas.microsoft.com/office/drawing/2014/main" id="{4E4096D3-BF9A-110C-2955-4B2034B4395D}"/>
              </a:ext>
            </a:extLst>
          </p:cNvPr>
          <p:cNvSpPr txBox="1"/>
          <p:nvPr/>
        </p:nvSpPr>
        <p:spPr>
          <a:xfrm>
            <a:off x="5685576" y="3735407"/>
            <a:ext cx="665550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4800" b="1" u="sng" dirty="0">
                <a:latin typeface="Calibri"/>
                <a:ea typeface="Times New Roman"/>
                <a:cs typeface="Calibri"/>
              </a:rPr>
              <a:t>Un riche héritage historique</a:t>
            </a:r>
          </a:p>
          <a:p>
            <a:pPr algn="ctr"/>
            <a:endParaRPr lang="en-GB" sz="4800" u="sng" dirty="0">
              <a:latin typeface="Calibri"/>
              <a:ea typeface="Calibri"/>
              <a:cs typeface="Calibri"/>
            </a:endParaRPr>
          </a:p>
        </p:txBody>
      </p:sp>
    </p:spTree>
    <p:extLst>
      <p:ext uri="{BB962C8B-B14F-4D97-AF65-F5344CB8AC3E}">
        <p14:creationId xmlns:p14="http://schemas.microsoft.com/office/powerpoint/2010/main" val="4150988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98F6A"/>
        </a:solidFill>
        <a:effectLst/>
      </p:bgPr>
    </p:bg>
    <p:spTree>
      <p:nvGrpSpPr>
        <p:cNvPr id="1" name="">
          <a:extLst>
            <a:ext uri="{FF2B5EF4-FFF2-40B4-BE49-F238E27FC236}">
              <a16:creationId xmlns:a16="http://schemas.microsoft.com/office/drawing/2014/main" id="{388E26BD-337C-6F70-E8C7-08DE4A2BBC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A2F6B1-EAF3-47B4-3A81-3566C896C204}"/>
              </a:ext>
            </a:extLst>
          </p:cNvPr>
          <p:cNvSpPr txBox="1"/>
          <p:nvPr/>
        </p:nvSpPr>
        <p:spPr>
          <a:xfrm>
            <a:off x="358750" y="626241"/>
            <a:ext cx="60960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b="1" dirty="0">
                <a:solidFill>
                  <a:srgbClr val="333333"/>
                </a:solidFill>
                <a:latin typeface="Times New Roman"/>
                <a:ea typeface="Times New Roman"/>
              </a:rPr>
              <a:t>Nantes</a:t>
            </a:r>
            <a:r>
              <a:rPr lang="fr-FR" sz="1600" dirty="0">
                <a:solidFill>
                  <a:srgbClr val="333333"/>
                </a:solidFill>
                <a:latin typeface="Times New Roman"/>
                <a:ea typeface="Times New Roman"/>
              </a:rPr>
              <a:t>, qui occupe une position de confluent, a longtemps comporté de nombreuses îles et canaux (île Beaulieu, île Sainte-Anne, île Feydeau, île Gloriette…), avant que ces cours d’eau ne soient comblés ou recouverts au début du XX </a:t>
            </a:r>
            <a:r>
              <a:rPr lang="fr-FR" sz="1600" err="1">
                <a:solidFill>
                  <a:srgbClr val="333333"/>
                </a:solidFill>
                <a:latin typeface="Times New Roman"/>
                <a:ea typeface="Times New Roman"/>
              </a:rPr>
              <a:t>ème</a:t>
            </a:r>
            <a:r>
              <a:rPr lang="fr-FR" sz="1600" dirty="0">
                <a:solidFill>
                  <a:srgbClr val="333333"/>
                </a:solidFill>
                <a:latin typeface="Times New Roman"/>
                <a:ea typeface="Times New Roman"/>
              </a:rPr>
              <a:t> siècle. Elle est notamment traversée par la Loire, qui se divise en deux bras, mais aussi par l'Erdre, la Sèvre nantaise, la Chézine, le Gesvres et le Cens. Nantes est aussi une ville fleurie qui a été récompensée de </a:t>
            </a:r>
            <a:r>
              <a:rPr lang="fr-FR" sz="1600" b="1" dirty="0">
                <a:solidFill>
                  <a:srgbClr val="333333"/>
                </a:solidFill>
                <a:latin typeface="Times New Roman"/>
                <a:ea typeface="Times New Roman"/>
              </a:rPr>
              <a:t>quatre fleurs</a:t>
            </a:r>
            <a:r>
              <a:rPr lang="fr-FR" sz="1600" dirty="0">
                <a:solidFill>
                  <a:srgbClr val="333333"/>
                </a:solidFill>
                <a:latin typeface="Times New Roman"/>
                <a:ea typeface="Times New Roman"/>
              </a:rPr>
              <a:t> au concours des villes et villages fleuris en 2006. Riche de 1000 hectares d'espaces verts et de 150 km de rivières, elle offre de nombreuses promenades et des découvertes au fil de l'eau, telles que la croisière sur l'Erdre. Plusieurs sites méritent une visite, notamment le </a:t>
            </a:r>
            <a:r>
              <a:rPr lang="fr-FR" sz="1600" b="1" dirty="0">
                <a:solidFill>
                  <a:srgbClr val="333333"/>
                </a:solidFill>
                <a:latin typeface="Times New Roman"/>
                <a:ea typeface="Times New Roman"/>
              </a:rPr>
              <a:t>Jardin des Plantes</a:t>
            </a:r>
            <a:r>
              <a:rPr lang="fr-FR" sz="1600" dirty="0">
                <a:solidFill>
                  <a:srgbClr val="333333"/>
                </a:solidFill>
                <a:latin typeface="Times New Roman"/>
                <a:ea typeface="Times New Roman"/>
              </a:rPr>
              <a:t>, le Jardin japonais de l'Île de Versailles et les nombreux parcs nantais.</a:t>
            </a:r>
            <a:endParaRPr lang="fr-FR" sz="1600">
              <a:solidFill>
                <a:srgbClr val="333333"/>
              </a:solidFill>
              <a:latin typeface="Times New Roman"/>
              <a:ea typeface="Times New Roman"/>
              <a:cs typeface="Times New Roman"/>
            </a:endParaRPr>
          </a:p>
          <a:p>
            <a:pPr algn="ctr"/>
            <a:endParaRPr lang="en-GB" sz="2400" dirty="0"/>
          </a:p>
        </p:txBody>
      </p:sp>
      <p:pic>
        <p:nvPicPr>
          <p:cNvPr id="3" name="Picture 2" descr="A boat docked in a harbor&#10;&#10;AI-generated content may be incorrect.">
            <a:extLst>
              <a:ext uri="{FF2B5EF4-FFF2-40B4-BE49-F238E27FC236}">
                <a16:creationId xmlns:a16="http://schemas.microsoft.com/office/drawing/2014/main" id="{7A4BDA40-F074-68B4-762B-FAF82021E56B}"/>
              </a:ext>
            </a:extLst>
          </p:cNvPr>
          <p:cNvPicPr>
            <a:picLocks noChangeAspect="1"/>
          </p:cNvPicPr>
          <p:nvPr/>
        </p:nvPicPr>
        <p:blipFill>
          <a:blip r:embed="rId2"/>
          <a:stretch>
            <a:fillRect/>
          </a:stretch>
        </p:blipFill>
        <p:spPr>
          <a:xfrm>
            <a:off x="6640719" y="2709521"/>
            <a:ext cx="4672370" cy="3481745"/>
          </a:xfrm>
          <a:prstGeom prst="rect">
            <a:avLst/>
          </a:prstGeom>
        </p:spPr>
      </p:pic>
      <p:sp>
        <p:nvSpPr>
          <p:cNvPr id="4" name="TextBox 3">
            <a:extLst>
              <a:ext uri="{FF2B5EF4-FFF2-40B4-BE49-F238E27FC236}">
                <a16:creationId xmlns:a16="http://schemas.microsoft.com/office/drawing/2014/main" id="{F448B94F-57B9-3298-3326-3066810E6185}"/>
              </a:ext>
            </a:extLst>
          </p:cNvPr>
          <p:cNvSpPr txBox="1"/>
          <p:nvPr/>
        </p:nvSpPr>
        <p:spPr>
          <a:xfrm>
            <a:off x="435001" y="4542298"/>
            <a:ext cx="646593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000" u="sng" dirty="0"/>
              <a:t>Une </a:t>
            </a:r>
            <a:r>
              <a:rPr lang="en-GB" sz="4000" u="sng" dirty="0" err="1"/>
              <a:t>ville</a:t>
            </a:r>
            <a:r>
              <a:rPr lang="en-GB" sz="4000" u="sng" dirty="0"/>
              <a:t> au bord de </a:t>
            </a:r>
            <a:r>
              <a:rPr lang="en-GB" sz="4000" u="sng" dirty="0" err="1"/>
              <a:t>l'eau</a:t>
            </a:r>
            <a:endParaRPr lang="en-GB" sz="4000" u="sng" dirty="0"/>
          </a:p>
        </p:txBody>
      </p:sp>
    </p:spTree>
    <p:extLst>
      <p:ext uri="{BB962C8B-B14F-4D97-AF65-F5344CB8AC3E}">
        <p14:creationId xmlns:p14="http://schemas.microsoft.com/office/powerpoint/2010/main" val="721368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98F6A"/>
        </a:solidFill>
        <a:effectLst/>
      </p:bgPr>
    </p:bg>
    <p:spTree>
      <p:nvGrpSpPr>
        <p:cNvPr id="1" name="">
          <a:extLst>
            <a:ext uri="{FF2B5EF4-FFF2-40B4-BE49-F238E27FC236}">
              <a16:creationId xmlns:a16="http://schemas.microsoft.com/office/drawing/2014/main" id="{47171A08-9111-268F-2203-DCF3D8EB31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027FC7D-F5C8-44D9-ECD2-822F8BE44349}"/>
              </a:ext>
            </a:extLst>
          </p:cNvPr>
          <p:cNvSpPr txBox="1"/>
          <p:nvPr/>
        </p:nvSpPr>
        <p:spPr>
          <a:xfrm>
            <a:off x="3783725" y="328448"/>
            <a:ext cx="805355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4800" b="1" u="sng" dirty="0">
                <a:latin typeface="Times New Roman"/>
                <a:ea typeface="Calibri"/>
                <a:cs typeface="Calibri"/>
              </a:rPr>
              <a:t>Spécialité gastronomique</a:t>
            </a:r>
          </a:p>
        </p:txBody>
      </p:sp>
      <p:sp>
        <p:nvSpPr>
          <p:cNvPr id="5" name="TextBox 4">
            <a:extLst>
              <a:ext uri="{FF2B5EF4-FFF2-40B4-BE49-F238E27FC236}">
                <a16:creationId xmlns:a16="http://schemas.microsoft.com/office/drawing/2014/main" id="{84D34C67-D100-36E6-DC8A-709F1D4C813A}"/>
              </a:ext>
            </a:extLst>
          </p:cNvPr>
          <p:cNvSpPr txBox="1"/>
          <p:nvPr/>
        </p:nvSpPr>
        <p:spPr>
          <a:xfrm>
            <a:off x="455047" y="3822087"/>
            <a:ext cx="6096000"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dirty="0">
                <a:solidFill>
                  <a:srgbClr val="333333"/>
                </a:solidFill>
                <a:latin typeface="Times New Roman"/>
                <a:ea typeface="Times New Roman"/>
              </a:rPr>
              <a:t>La gastronomie nantaise met à l’honneur les </a:t>
            </a:r>
            <a:r>
              <a:rPr lang="fr-FR" sz="1600" b="1" dirty="0">
                <a:solidFill>
                  <a:srgbClr val="333333"/>
                </a:solidFill>
                <a:latin typeface="Times New Roman"/>
                <a:ea typeface="Times New Roman"/>
              </a:rPr>
              <a:t>produits de l’Océan</a:t>
            </a:r>
            <a:r>
              <a:rPr lang="fr-FR" sz="1600" dirty="0">
                <a:solidFill>
                  <a:srgbClr val="333333"/>
                </a:solidFill>
                <a:latin typeface="Times New Roman"/>
                <a:ea typeface="Times New Roman"/>
              </a:rPr>
              <a:t> et notamment la langoustine, l’huître, le bigorneau et la coque. L’une de ses spécialités est le </a:t>
            </a:r>
            <a:r>
              <a:rPr lang="fr-FR" sz="1600" b="1" dirty="0">
                <a:solidFill>
                  <a:srgbClr val="333333"/>
                </a:solidFill>
                <a:latin typeface="Times New Roman"/>
                <a:ea typeface="Times New Roman"/>
              </a:rPr>
              <a:t>beurre blanc au muscadet</a:t>
            </a:r>
            <a:r>
              <a:rPr lang="fr-FR" sz="1600" dirty="0">
                <a:solidFill>
                  <a:srgbClr val="333333"/>
                </a:solidFill>
                <a:latin typeface="Times New Roman"/>
                <a:ea typeface="Times New Roman"/>
              </a:rPr>
              <a:t>, une réduction d'échalotes hachées dans du muscadet et montée au beurre au bain-marie qui est servie avec le poisson (le saumon, la sandre, le brochet ou l’alose). D’autres spécialités de la région de Nantes comme les </a:t>
            </a:r>
            <a:r>
              <a:rPr lang="fr-FR" sz="1600" b="1" dirty="0">
                <a:solidFill>
                  <a:srgbClr val="333333"/>
                </a:solidFill>
                <a:latin typeface="Times New Roman"/>
                <a:ea typeface="Times New Roman"/>
              </a:rPr>
              <a:t>berlingots</a:t>
            </a:r>
            <a:r>
              <a:rPr lang="fr-FR" sz="1600" dirty="0">
                <a:solidFill>
                  <a:srgbClr val="333333"/>
                </a:solidFill>
                <a:latin typeface="Times New Roman"/>
                <a:ea typeface="Times New Roman"/>
              </a:rPr>
              <a:t> et les </a:t>
            </a:r>
            <a:r>
              <a:rPr lang="fr-FR" sz="1600" b="1" dirty="0">
                <a:solidFill>
                  <a:srgbClr val="333333"/>
                </a:solidFill>
                <a:latin typeface="Times New Roman"/>
                <a:ea typeface="Times New Roman"/>
              </a:rPr>
              <a:t>biscuits nantais</a:t>
            </a:r>
            <a:r>
              <a:rPr lang="fr-FR" sz="1600" dirty="0">
                <a:solidFill>
                  <a:srgbClr val="333333"/>
                </a:solidFill>
                <a:latin typeface="Times New Roman"/>
                <a:ea typeface="Times New Roman"/>
              </a:rPr>
              <a:t> raviront les gourmands. Quant aux vins, les vignobles nantais font honneur au vin blanc avec le </a:t>
            </a:r>
            <a:r>
              <a:rPr lang="fr-FR" sz="1600" b="1" dirty="0">
                <a:solidFill>
                  <a:srgbClr val="333333"/>
                </a:solidFill>
                <a:latin typeface="Times New Roman"/>
                <a:ea typeface="Times New Roman"/>
              </a:rPr>
              <a:t>Muscadet</a:t>
            </a:r>
            <a:r>
              <a:rPr lang="fr-FR" sz="1600" dirty="0">
                <a:solidFill>
                  <a:srgbClr val="333333"/>
                </a:solidFill>
                <a:latin typeface="Times New Roman"/>
                <a:ea typeface="Times New Roman"/>
              </a:rPr>
              <a:t> et le </a:t>
            </a:r>
            <a:r>
              <a:rPr lang="fr-FR" sz="1600" b="1" dirty="0">
                <a:solidFill>
                  <a:srgbClr val="333333"/>
                </a:solidFill>
                <a:latin typeface="Times New Roman"/>
                <a:ea typeface="Times New Roman"/>
              </a:rPr>
              <a:t>Gros Plant</a:t>
            </a:r>
            <a:r>
              <a:rPr lang="fr-FR" sz="1600" dirty="0">
                <a:solidFill>
                  <a:srgbClr val="333333"/>
                </a:solidFill>
                <a:latin typeface="Times New Roman"/>
                <a:ea typeface="Times New Roman"/>
              </a:rPr>
              <a:t>. Le muscadet, vin blanc sec de Loire, accompagne très bien un plat de fruits de mer ou se déguste en apéritif.</a:t>
            </a:r>
            <a:endParaRPr lang="fr-FR" sz="1600" dirty="0">
              <a:solidFill>
                <a:srgbClr val="333333"/>
              </a:solidFill>
              <a:latin typeface="Times New Roman"/>
              <a:ea typeface="Times New Roman"/>
              <a:cs typeface="Times New Roman"/>
            </a:endParaRPr>
          </a:p>
          <a:p>
            <a:pPr algn="ctr"/>
            <a:endParaRPr lang="en-GB" sz="2400" dirty="0"/>
          </a:p>
        </p:txBody>
      </p:sp>
      <p:pic>
        <p:nvPicPr>
          <p:cNvPr id="6" name="Picture 5" descr="Fruits  de mer&#10;">
            <a:extLst>
              <a:ext uri="{FF2B5EF4-FFF2-40B4-BE49-F238E27FC236}">
                <a16:creationId xmlns:a16="http://schemas.microsoft.com/office/drawing/2014/main" id="{568967E4-BE30-644C-4824-A123EA07F359}"/>
              </a:ext>
            </a:extLst>
          </p:cNvPr>
          <p:cNvPicPr>
            <a:picLocks noChangeAspect="1"/>
          </p:cNvPicPr>
          <p:nvPr/>
        </p:nvPicPr>
        <p:blipFill>
          <a:blip r:embed="rId2"/>
          <a:stretch>
            <a:fillRect/>
          </a:stretch>
        </p:blipFill>
        <p:spPr>
          <a:xfrm>
            <a:off x="455155" y="1038981"/>
            <a:ext cx="3060988" cy="2305994"/>
          </a:xfrm>
          <a:prstGeom prst="rect">
            <a:avLst/>
          </a:prstGeom>
        </p:spPr>
      </p:pic>
      <p:pic>
        <p:nvPicPr>
          <p:cNvPr id="7" name="Picture 6" descr="A close up of a plant&#10;&#10;AI-generated content may be incorrect.">
            <a:extLst>
              <a:ext uri="{FF2B5EF4-FFF2-40B4-BE49-F238E27FC236}">
                <a16:creationId xmlns:a16="http://schemas.microsoft.com/office/drawing/2014/main" id="{E9930B1D-592D-CEA2-D399-C22E2DC91D45}"/>
              </a:ext>
            </a:extLst>
          </p:cNvPr>
          <p:cNvPicPr>
            <a:picLocks noChangeAspect="1"/>
          </p:cNvPicPr>
          <p:nvPr/>
        </p:nvPicPr>
        <p:blipFill>
          <a:blip r:embed="rId3"/>
          <a:stretch>
            <a:fillRect/>
          </a:stretch>
        </p:blipFill>
        <p:spPr>
          <a:xfrm>
            <a:off x="8573012" y="2211133"/>
            <a:ext cx="2321845" cy="3181349"/>
          </a:xfrm>
          <a:prstGeom prst="rect">
            <a:avLst/>
          </a:prstGeom>
        </p:spPr>
      </p:pic>
    </p:spTree>
    <p:extLst>
      <p:ext uri="{BB962C8B-B14F-4D97-AF65-F5344CB8AC3E}">
        <p14:creationId xmlns:p14="http://schemas.microsoft.com/office/powerpoint/2010/main" val="201118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104</cp:revision>
  <dcterms:created xsi:type="dcterms:W3CDTF">2025-11-19T09:54:29Z</dcterms:created>
  <dcterms:modified xsi:type="dcterms:W3CDTF">2025-11-19T10:18:10Z</dcterms:modified>
</cp:coreProperties>
</file>